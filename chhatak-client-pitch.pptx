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hyap Kamalia" userId="00e8252a2da3acad" providerId="LiveId" clId="{A32B8E1B-98B1-4FA5-8770-F50106D8943D}"/>
    <pc:docChg chg="undo custSel delSld modSld">
      <pc:chgData name="Kashyap Kamalia" userId="00e8252a2da3acad" providerId="LiveId" clId="{A32B8E1B-98B1-4FA5-8770-F50106D8943D}" dt="2026-07-17T20:39:56.147" v="408" actId="20577"/>
      <pc:docMkLst>
        <pc:docMk/>
      </pc:docMkLst>
      <pc:sldChg chg="modSp mod">
        <pc:chgData name="Kashyap Kamalia" userId="00e8252a2da3acad" providerId="LiveId" clId="{A32B8E1B-98B1-4FA5-8770-F50106D8943D}" dt="2026-07-17T20:37:55.757" v="272" actId="20577"/>
        <pc:sldMkLst>
          <pc:docMk/>
          <pc:sldMk cId="0" sldId="260"/>
        </pc:sldMkLst>
        <pc:spChg chg="mod">
          <ac:chgData name="Kashyap Kamalia" userId="00e8252a2da3acad" providerId="LiveId" clId="{A32B8E1B-98B1-4FA5-8770-F50106D8943D}" dt="2026-07-17T20:37:55.757" v="272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Kashyap Kamalia" userId="00e8252a2da3acad" providerId="LiveId" clId="{A32B8E1B-98B1-4FA5-8770-F50106D8943D}" dt="2026-07-17T20:32:36.737" v="13" actId="20577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Kashyap Kamalia" userId="00e8252a2da3acad" providerId="LiveId" clId="{A32B8E1B-98B1-4FA5-8770-F50106D8943D}" dt="2026-07-17T20:33:10.086" v="35" actId="20577"/>
        <pc:sldMkLst>
          <pc:docMk/>
          <pc:sldMk cId="0" sldId="261"/>
        </pc:sldMkLst>
        <pc:spChg chg="mod">
          <ac:chgData name="Kashyap Kamalia" userId="00e8252a2da3acad" providerId="LiveId" clId="{A32B8E1B-98B1-4FA5-8770-F50106D8943D}" dt="2026-07-17T20:33:10.086" v="35" actId="20577"/>
          <ac:spMkLst>
            <pc:docMk/>
            <pc:sldMk cId="0" sldId="261"/>
            <ac:spMk id="15" creationId="{00000000-0000-0000-0000-000000000000}"/>
          </ac:spMkLst>
        </pc:spChg>
      </pc:sldChg>
      <pc:sldChg chg="del">
        <pc:chgData name="Kashyap Kamalia" userId="00e8252a2da3acad" providerId="LiveId" clId="{A32B8E1B-98B1-4FA5-8770-F50106D8943D}" dt="2026-07-17T20:33:22.601" v="36" actId="2696"/>
        <pc:sldMkLst>
          <pc:docMk/>
          <pc:sldMk cId="0" sldId="262"/>
        </pc:sldMkLst>
      </pc:sldChg>
      <pc:sldChg chg="del">
        <pc:chgData name="Kashyap Kamalia" userId="00e8252a2da3acad" providerId="LiveId" clId="{A32B8E1B-98B1-4FA5-8770-F50106D8943D}" dt="2026-07-17T20:33:32.984" v="37" actId="2696"/>
        <pc:sldMkLst>
          <pc:docMk/>
          <pc:sldMk cId="0" sldId="263"/>
        </pc:sldMkLst>
      </pc:sldChg>
      <pc:sldChg chg="modSp mod">
        <pc:chgData name="Kashyap Kamalia" userId="00e8252a2da3acad" providerId="LiveId" clId="{A32B8E1B-98B1-4FA5-8770-F50106D8943D}" dt="2026-07-17T20:35:29.802" v="174" actId="20577"/>
        <pc:sldMkLst>
          <pc:docMk/>
          <pc:sldMk cId="0" sldId="264"/>
        </pc:sldMkLst>
        <pc:spChg chg="mod">
          <ac:chgData name="Kashyap Kamalia" userId="00e8252a2da3acad" providerId="LiveId" clId="{A32B8E1B-98B1-4FA5-8770-F50106D8943D}" dt="2026-07-17T20:33:38.730" v="41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Kashyap Kamalia" userId="00e8252a2da3acad" providerId="LiveId" clId="{A32B8E1B-98B1-4FA5-8770-F50106D8943D}" dt="2026-07-17T20:34:58.100" v="172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Kashyap Kamalia" userId="00e8252a2da3acad" providerId="LiveId" clId="{A32B8E1B-98B1-4FA5-8770-F50106D8943D}" dt="2026-07-17T20:35:29.802" v="174" actId="20577"/>
          <ac:spMkLst>
            <pc:docMk/>
            <pc:sldMk cId="0" sldId="264"/>
            <ac:spMk id="12" creationId="{00000000-0000-0000-0000-000000000000}"/>
          </ac:spMkLst>
        </pc:spChg>
      </pc:sldChg>
      <pc:sldChg chg="del">
        <pc:chgData name="Kashyap Kamalia" userId="00e8252a2da3acad" providerId="LiveId" clId="{A32B8E1B-98B1-4FA5-8770-F50106D8943D}" dt="2026-07-17T20:35:56.150" v="175" actId="2696"/>
        <pc:sldMkLst>
          <pc:docMk/>
          <pc:sldMk cId="0" sldId="265"/>
        </pc:sldMkLst>
      </pc:sldChg>
      <pc:sldChg chg="addSp delSp modSp mod">
        <pc:chgData name="Kashyap Kamalia" userId="00e8252a2da3acad" providerId="LiveId" clId="{A32B8E1B-98B1-4FA5-8770-F50106D8943D}" dt="2026-07-17T20:39:56.147" v="408" actId="20577"/>
        <pc:sldMkLst>
          <pc:docMk/>
          <pc:sldMk cId="0" sldId="266"/>
        </pc:sldMkLst>
        <pc:spChg chg="del mod">
          <ac:chgData name="Kashyap Kamalia" userId="00e8252a2da3acad" providerId="LiveId" clId="{A32B8E1B-98B1-4FA5-8770-F50106D8943D}" dt="2026-07-17T20:36:49.184" v="182" actId="478"/>
          <ac:spMkLst>
            <pc:docMk/>
            <pc:sldMk cId="0" sldId="266"/>
            <ac:spMk id="2" creationId="{00000000-0000-0000-0000-000000000000}"/>
          </ac:spMkLst>
        </pc:spChg>
        <pc:spChg chg="del">
          <ac:chgData name="Kashyap Kamalia" userId="00e8252a2da3acad" providerId="LiveId" clId="{A32B8E1B-98B1-4FA5-8770-F50106D8943D}" dt="2026-07-17T20:36:47.596" v="181" actId="478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Kashyap Kamalia" userId="00e8252a2da3acad" providerId="LiveId" clId="{A32B8E1B-98B1-4FA5-8770-F50106D8943D}" dt="2026-07-17T20:36:30.573" v="179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Kashyap Kamalia" userId="00e8252a2da3acad" providerId="LiveId" clId="{A32B8E1B-98B1-4FA5-8770-F50106D8943D}" dt="2026-07-17T20:36:35.975" v="180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Kashyap Kamalia" userId="00e8252a2da3acad" providerId="LiveId" clId="{A32B8E1B-98B1-4FA5-8770-F50106D8943D}" dt="2026-07-17T20:36:57.219" v="185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Kashyap Kamalia" userId="00e8252a2da3acad" providerId="LiveId" clId="{A32B8E1B-98B1-4FA5-8770-F50106D8943D}" dt="2026-07-17T20:36:54.472" v="184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Kashyap Kamalia" userId="00e8252a2da3acad" providerId="LiveId" clId="{A32B8E1B-98B1-4FA5-8770-F50106D8943D}" dt="2026-07-17T20:36:54.472" v="184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Kashyap Kamalia" userId="00e8252a2da3acad" providerId="LiveId" clId="{A32B8E1B-98B1-4FA5-8770-F50106D8943D}" dt="2026-07-17T20:36:35.975" v="180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Kashyap Kamalia" userId="00e8252a2da3acad" providerId="LiveId" clId="{A32B8E1B-98B1-4FA5-8770-F50106D8943D}" dt="2026-07-17T20:36:52.077" v="183" actId="478"/>
          <ac:spMkLst>
            <pc:docMk/>
            <pc:sldMk cId="0" sldId="266"/>
            <ac:spMk id="12" creationId="{00000000-0000-0000-0000-000000000000}"/>
          </ac:spMkLst>
        </pc:spChg>
        <pc:spChg chg="del">
          <ac:chgData name="Kashyap Kamalia" userId="00e8252a2da3acad" providerId="LiveId" clId="{A32B8E1B-98B1-4FA5-8770-F50106D8943D}" dt="2026-07-17T20:36:52.077" v="183" actId="478"/>
          <ac:spMkLst>
            <pc:docMk/>
            <pc:sldMk cId="0" sldId="266"/>
            <ac:spMk id="13" creationId="{00000000-0000-0000-0000-000000000000}"/>
          </ac:spMkLst>
        </pc:spChg>
        <pc:spChg chg="del">
          <ac:chgData name="Kashyap Kamalia" userId="00e8252a2da3acad" providerId="LiveId" clId="{A32B8E1B-98B1-4FA5-8770-F50106D8943D}" dt="2026-07-17T20:36:54.472" v="184" actId="478"/>
          <ac:spMkLst>
            <pc:docMk/>
            <pc:sldMk cId="0" sldId="266"/>
            <ac:spMk id="14" creationId="{00000000-0000-0000-0000-000000000000}"/>
          </ac:spMkLst>
        </pc:spChg>
        <pc:spChg chg="del">
          <ac:chgData name="Kashyap Kamalia" userId="00e8252a2da3acad" providerId="LiveId" clId="{A32B8E1B-98B1-4FA5-8770-F50106D8943D}" dt="2026-07-17T20:36:35.975" v="180" actId="478"/>
          <ac:spMkLst>
            <pc:docMk/>
            <pc:sldMk cId="0" sldId="266"/>
            <ac:spMk id="15" creationId="{00000000-0000-0000-0000-000000000000}"/>
          </ac:spMkLst>
        </pc:spChg>
        <pc:spChg chg="del">
          <ac:chgData name="Kashyap Kamalia" userId="00e8252a2da3acad" providerId="LiveId" clId="{A32B8E1B-98B1-4FA5-8770-F50106D8943D}" dt="2026-07-17T20:36:52.077" v="183" actId="478"/>
          <ac:spMkLst>
            <pc:docMk/>
            <pc:sldMk cId="0" sldId="266"/>
            <ac:spMk id="16" creationId="{00000000-0000-0000-0000-000000000000}"/>
          </ac:spMkLst>
        </pc:spChg>
        <pc:spChg chg="del mod">
          <ac:chgData name="Kashyap Kamalia" userId="00e8252a2da3acad" providerId="LiveId" clId="{A32B8E1B-98B1-4FA5-8770-F50106D8943D}" dt="2026-07-17T20:37:01.459" v="187" actId="478"/>
          <ac:spMkLst>
            <pc:docMk/>
            <pc:sldMk cId="0" sldId="266"/>
            <ac:spMk id="17" creationId="{00000000-0000-0000-0000-000000000000}"/>
          </ac:spMkLst>
        </pc:spChg>
        <pc:spChg chg="del">
          <ac:chgData name="Kashyap Kamalia" userId="00e8252a2da3acad" providerId="LiveId" clId="{A32B8E1B-98B1-4FA5-8770-F50106D8943D}" dt="2026-07-17T20:37:02.881" v="188" actId="478"/>
          <ac:spMkLst>
            <pc:docMk/>
            <pc:sldMk cId="0" sldId="266"/>
            <ac:spMk id="18" creationId="{00000000-0000-0000-0000-000000000000}"/>
          </ac:spMkLst>
        </pc:spChg>
        <pc:spChg chg="del">
          <ac:chgData name="Kashyap Kamalia" userId="00e8252a2da3acad" providerId="LiveId" clId="{A32B8E1B-98B1-4FA5-8770-F50106D8943D}" dt="2026-07-17T20:37:05.625" v="189" actId="478"/>
          <ac:spMkLst>
            <pc:docMk/>
            <pc:sldMk cId="0" sldId="266"/>
            <ac:spMk id="19" creationId="{00000000-0000-0000-0000-000000000000}"/>
          </ac:spMkLst>
        </pc:spChg>
        <pc:spChg chg="add mod">
          <ac:chgData name="Kashyap Kamalia" userId="00e8252a2da3acad" providerId="LiveId" clId="{A32B8E1B-98B1-4FA5-8770-F50106D8943D}" dt="2026-07-17T20:39:56.147" v="408" actId="20577"/>
          <ac:spMkLst>
            <pc:docMk/>
            <pc:sldMk cId="0" sldId="266"/>
            <ac:spMk id="21" creationId="{9F2C1C95-A095-B8CF-F9E0-F38E921810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583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743200"/>
            <a:ext cx="6400800" cy="6400800"/>
          </a:xfrm>
          <a:prstGeom prst="ellipse">
            <a:avLst/>
          </a:prstGeom>
          <a:solidFill>
            <a:srgbClr val="F0994A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E9C36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0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digital storefront for the Konkan coast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Chhatak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Coastal Crunch</a:t>
            </a:r>
            <a:r>
              <a:rPr lang="en-US" sz="26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Website &amp; Digital Presence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pitch for the complete build — features, running costs, and investment.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Chhatak team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modern storefront worthy of a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century-old </a:t>
            </a:r>
            <a:endParaRPr lang="en-US" sz="4200" dirty="0"/>
          </a:p>
          <a:p>
            <a:pPr marL="0" indent="0">
              <a:buNone/>
            </a:pPr>
            <a:r>
              <a:rPr lang="en-US" sz="4200" b="1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</a:t>
            </a:r>
            <a:r>
              <a:rPr lang="en-US" sz="42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C5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Chhatak needs a digital presence that carries the same craft as the pouch — cinematic, coastal, and quietly premium. Not a template. Not a marketplace listing. A brand of its own.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4572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story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0" y="4572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9-scene coastal journey opens the page — cinema, not carousel.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1389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5138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the product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513892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cards, wishlist, cart, and a friction-free Cash-on-Delivery checkout.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7058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3040" y="57058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brand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570585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 CMS — reels, reviews, and products managed by you, not us.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Chhatak — The Coastal Crunch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site. </a:t>
            </a:r>
            <a:r>
              <a:rPr lang="en-US" sz="4200" b="1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touchpoint.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4263F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423160"/>
            <a:ext cx="320040" cy="320040"/>
          </a:xfrm>
          <a:prstGeom prst="ellipse">
            <a:avLst/>
          </a:prstGeom>
          <a:solidFill>
            <a:srgbClr val="F0994A"/>
          </a:solidFill>
          <a:ln w="12700">
            <a:solidFill>
              <a:srgbClr val="F0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B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2395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journey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29077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9-scene fullscreen story of Bombil — Diu harbour to your pouch.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21945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4263F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2423160"/>
            <a:ext cx="320040" cy="320040"/>
          </a:xfrm>
          <a:prstGeom prst="ellipse">
            <a:avLst/>
          </a:prstGeom>
          <a:solidFill>
            <a:srgbClr val="F0994A"/>
          </a:solidFill>
          <a:ln w="12700">
            <a:solidFill>
              <a:srgbClr val="F0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B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2395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catalog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82312" y="29077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backed by an admin CMS. Wishlist saves per browser.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21945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4263F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49640" y="2423160"/>
            <a:ext cx="320040" cy="320040"/>
          </a:xfrm>
          <a:prstGeom prst="ellipse">
            <a:avLst/>
          </a:prstGeom>
          <a:solidFill>
            <a:srgbClr val="F0994A"/>
          </a:solidFill>
          <a:ln w="12700">
            <a:solidFill>
              <a:srgbClr val="F0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4964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B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06840" y="2395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 wall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77072" y="29077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hand-picked reels, dark theme, opens on Instagram tap.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4263F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0120" y="4069080"/>
            <a:ext cx="320040" cy="320040"/>
          </a:xfrm>
          <a:prstGeom prst="ellipse">
            <a:avLst/>
          </a:prstGeom>
          <a:solidFill>
            <a:srgbClr val="F0994A"/>
          </a:solidFill>
          <a:ln w="12700">
            <a:solidFill>
              <a:srgbClr val="F0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012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B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40416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 reviews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7552" y="45537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ratings, quotes, location — fully admin-editable.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26280" y="3840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4263F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4069080"/>
            <a:ext cx="320040" cy="320040"/>
          </a:xfrm>
          <a:prstGeom prst="ellipse">
            <a:avLst/>
          </a:prstGeom>
          <a:solidFill>
            <a:srgbClr val="F0994A"/>
          </a:solidFill>
          <a:ln w="12700">
            <a:solidFill>
              <a:srgbClr val="F0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B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40416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email verify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82312" y="45537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dialog, Resend-powered verification links.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21040" y="3840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4263F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549640" y="4069080"/>
            <a:ext cx="320040" cy="320040"/>
          </a:xfrm>
          <a:prstGeom prst="ellipse">
            <a:avLst/>
          </a:prstGeom>
          <a:solidFill>
            <a:srgbClr val="F0994A"/>
          </a:solidFill>
          <a:ln w="12700">
            <a:solidFill>
              <a:srgbClr val="F0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4964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B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06840" y="40416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checkout + invoice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77072" y="45537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book, place-order, PDF invoice, order history.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Chhatak — The Coastal Crunch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tour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scroll </a:t>
            </a:r>
            <a:r>
              <a:rPr lang="en-US" sz="4200" b="1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earns its space.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2194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(Hero)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25146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Full-viewport 9-scene photo cinema. Autoplay, keyboard nav, Ken-Burns motion.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21945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132320" y="2194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0" y="25146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SKUs pulled live from the API. Wishlist heart, add-to-bag, per-item stock.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63040" y="3154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Instagram reels, dark-themed, click-through to Instagram.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31546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32320" y="3154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0" y="3474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testimonials with star ratings — served from the admin CMS.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463040" y="4114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+ Specs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434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About block with 3 craft pillars, then a 4-panel by-the-numbers grid.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41148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132320" y="4114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0" y="4434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page: combo pitch + wholesale enquiry form (mailto-driven for now).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Chhatak — The Coastal Crunch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admin panel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update it. </a:t>
            </a:r>
            <a:r>
              <a:rPr lang="en-US" sz="4200" b="1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us.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C5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private admin dashboard behind the same sign-in flow. Full CRUD on the four things that need to change often, plus at-a-glance business health.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14263F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— add, price, stock, activate / deactivate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— paste Instagram URL, edit caption, reorder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— full CRUD with star ratings and location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— update status, download invoices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and Videos – Add and maintain photos and videos as per your choice.</a:t>
            </a:r>
            <a:br>
              <a:rPr lang="en-US" sz="14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92608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14263F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9C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at a glance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347472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and total orders (live)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orders queue — nothing slips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 and active products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 — before you run out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Chhatak — The Coastal Crunch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stack. </a:t>
            </a:r>
            <a:r>
              <a:rPr lang="en-US" sz="4200" b="1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last.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4263F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514600"/>
            <a:ext cx="457200" cy="457200"/>
          </a:xfrm>
          <a:prstGeom prst="ellipse">
            <a:avLst/>
          </a:prstGeom>
          <a:solidFill>
            <a:srgbClr val="F0994A"/>
          </a:solidFill>
          <a:ln w="12700">
            <a:solidFill>
              <a:srgbClr val="F0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91640" y="2578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32461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(no framework bloat)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Lazy-loaded sections for speed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21945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4263F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2514600"/>
            <a:ext cx="457200" cy="457200"/>
          </a:xfrm>
          <a:prstGeom prst="ellipse">
            <a:avLst/>
          </a:prstGeom>
          <a:solidFill>
            <a:srgbClr val="E9C36B"/>
          </a:solidFill>
          <a:ln w="12700">
            <a:solidFill>
              <a:srgbClr val="E9C3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0" y="2578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32461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3.12)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API docs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21945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4263F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41080" y="2514600"/>
            <a:ext cx="457200" cy="457200"/>
          </a:xfrm>
          <a:prstGeom prst="ellipse">
            <a:avLst/>
          </a:prstGeom>
          <a:solidFill>
            <a:srgbClr val="4A8FA8"/>
          </a:solidFill>
          <a:ln w="12700">
            <a:solidFill>
              <a:srgbClr val="4A8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81160" y="2578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Ops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41080" y="32461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for email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hosting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production-ready and deployable to any cloud — nothing is locked to a single vendor.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Chhatak — The Coastal Crunch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Your 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</a:t>
            </a:r>
            <a:r>
              <a:rPr lang="en-US" sz="4200" b="1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to own</a:t>
            </a:r>
            <a:r>
              <a:rPr lang="en-US" sz="42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C5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build fee to hand over the working site. Optional monthly retainer for changes, updates, and support after that.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5394960" cy="3566160"/>
          </a:xfrm>
          <a:prstGeom prst="roundRect">
            <a:avLst>
              <a:gd name="adj" fmla="val 3846"/>
            </a:avLst>
          </a:prstGeom>
          <a:solidFill>
            <a:srgbClr val="14263F"/>
          </a:solidFill>
          <a:ln w="25400">
            <a:solidFill>
              <a:srgbClr val="F0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0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₹25,000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005840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 ·  paid 50 % on start, 50 % on launch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7091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 of Domain and bug support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Render, ready to trade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+ 1 admin user seeded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consult with future Server Migration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94960" cy="3566160"/>
          </a:xfrm>
          <a:prstGeom prst="roundRect">
            <a:avLst>
              <a:gd name="adj" fmla="val 3846"/>
            </a:avLst>
          </a:prstGeom>
          <a:solidFill>
            <a:srgbClr val="14263F"/>
          </a:solidFill>
          <a:ln w="635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9C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RETAINER  ·  OPTIONAL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3246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₹3,000</a:t>
            </a:r>
            <a:r>
              <a:rPr lang="en-US" sz="2200" dirty="0">
                <a:solidFill>
                  <a:srgbClr val="CFC5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mo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583680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anytime  ·  billed monthly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47091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hours of changes each 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uptime, and backups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bug fixes (24 h response)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feature roadmap 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Compared to the market: agency builds of this scope quote ₹4–10 lakh. Solo-freelance builds sit ₹1–3 lakh. This is priced for a launching brand.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0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launch </a:t>
            </a:r>
            <a:r>
              <a:rPr lang="en-US" sz="6600" b="1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Chhatak</a:t>
            </a:r>
            <a:r>
              <a:rPr lang="en-US" sz="6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66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9F2C1C95-A095-B8CF-F9E0-F38E921810CF}"/>
              </a:ext>
            </a:extLst>
          </p:cNvPr>
          <p:cNvSpPr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 err="1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libri" pitchFamily="34" charset="-120"/>
              </a:rPr>
              <a:t>Chhatak</a:t>
            </a:r>
            <a:r>
              <a:rPr lang="en-US" sz="3200" i="1" dirty="0">
                <a:solidFill>
                  <a:srgbClr val="F0994A"/>
                </a:solidFill>
                <a:latin typeface="Cambria" pitchFamily="34" charset="0"/>
                <a:ea typeface="Cambria" pitchFamily="34" charset="-122"/>
                <a:cs typeface="Calibri" pitchFamily="34" charset="-120"/>
              </a:rPr>
              <a:t> At Your Service </a:t>
            </a:r>
            <a:r>
              <a:rPr lang="en-US" sz="2600" dirty="0">
                <a:solidFill>
                  <a:srgbClr val="CFC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747</Words>
  <Application>Microsoft Office PowerPoint</Application>
  <PresentationFormat>Widescreen</PresentationFormat>
  <Paragraphs>130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Chhatak — Website Package Pitch</dc:title>
  <dc:subject>PptxGenJS Presentation</dc:subject>
  <dc:creator>PptxGenJS</dc:creator>
  <cp:lastModifiedBy>Kashyap Kamalia</cp:lastModifiedBy>
  <cp:revision>1</cp:revision>
  <dcterms:created xsi:type="dcterms:W3CDTF">2026-07-17T15:42:06Z</dcterms:created>
  <dcterms:modified xsi:type="dcterms:W3CDTF">2026-07-17T20:40:02Z</dcterms:modified>
</cp:coreProperties>
</file>